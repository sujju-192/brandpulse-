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816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286000"/>
            <a:ext cx="2011680" cy="2011680"/>
          </a:xfrm>
          <a:prstGeom prst="ellips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5169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BrandPulseAI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639445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Marketing Strategy</a:t>
            </a:r>
            <a:r>
              <a:rPr lang="en-US" dirty="0"/>
              <a:t> </a:t>
            </a:r>
            <a:r>
              <a:rPr lang="en-US" sz="1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Creative Automation Platform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5161E1-37A7-C385-9DF5-DFEC1F668604}"/>
              </a:ext>
            </a:extLst>
          </p:cNvPr>
          <p:cNvSpPr txBox="1"/>
          <p:nvPr/>
        </p:nvSpPr>
        <p:spPr>
          <a:xfrm>
            <a:off x="313197" y="1221786"/>
            <a:ext cx="2510559" cy="19851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Team :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Arnav Das - 2303041</a:t>
            </a:r>
          </a:p>
          <a:p>
            <a:r>
              <a:rPr lang="en-US" b="1" dirty="0">
                <a:solidFill>
                  <a:schemeClr val="bg1"/>
                </a:solidFill>
              </a:rPr>
              <a:t>Rahul Gavhar – 2303051</a:t>
            </a:r>
          </a:p>
          <a:p>
            <a:r>
              <a:rPr lang="en-US" b="1" dirty="0">
                <a:solidFill>
                  <a:schemeClr val="bg1"/>
                </a:solidFill>
              </a:rPr>
              <a:t>Suraj Das – 2303043</a:t>
            </a:r>
          </a:p>
          <a:p>
            <a:r>
              <a:rPr lang="en-US" b="1" dirty="0">
                <a:solidFill>
                  <a:schemeClr val="bg1"/>
                </a:solidFill>
              </a:rPr>
              <a:t>Saish Dhuri - 2303046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84E75-01AD-8196-E5CC-4B7B84114589}"/>
              </a:ext>
            </a:extLst>
          </p:cNvPr>
          <p:cNvSpPr txBox="1"/>
          <p:nvPr/>
        </p:nvSpPr>
        <p:spPr>
          <a:xfrm>
            <a:off x="313197" y="3186478"/>
            <a:ext cx="1938159" cy="1111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Mentor</a:t>
            </a:r>
            <a:r>
              <a:rPr lang="en-US" b="1" dirty="0">
                <a:solidFill>
                  <a:schemeClr val="bg1"/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Dr. Anil </a:t>
            </a:r>
            <a:r>
              <a:rPr lang="en-US" b="1" dirty="0" err="1">
                <a:solidFill>
                  <a:schemeClr val="bg1"/>
                </a:solidFill>
              </a:rPr>
              <a:t>Chhangani</a:t>
            </a:r>
            <a:endParaRPr lang="en-I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834640" cy="3474720"/>
          </a:xfrm>
          <a:prstGeom prst="rect">
            <a:avLst/>
          </a:prstGeom>
          <a:solidFill>
            <a:srgbClr val="F8F7FF"/>
          </a:solidFill>
          <a:ln w="19050">
            <a:solidFill>
              <a:srgbClr val="DDD8FE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8346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content, influencer discovery, and design each require separate tools — causing context loss and inconsistency.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834640" cy="3474720"/>
          </a:xfrm>
          <a:prstGeom prst="rect">
            <a:avLst/>
          </a:prstGeom>
          <a:solidFill>
            <a:srgbClr val="F8F7FF"/>
          </a:solidFill>
          <a:ln w="19050">
            <a:solidFill>
              <a:srgbClr val="DDD8FE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8346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097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Inputs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214884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re-enter campaign details across every platform, wasting time and creating drift between brand voice and objectives.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914400"/>
            <a:ext cx="2834640" cy="3474720"/>
          </a:xfrm>
          <a:prstGeom prst="rect">
            <a:avLst/>
          </a:prstGeom>
          <a:solidFill>
            <a:srgbClr val="F8F7FF"/>
          </a:solidFill>
          <a:ln w="19050">
            <a:solidFill>
              <a:srgbClr val="DDD8FE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914400"/>
            <a:ext cx="28346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097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Workflow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5080" y="214884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guides a founder from raw idea → strategy → creative assets → influencer outreach in one place.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BrandPulse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Campaign Intelligence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campaign idea once — CampaignAI drives every downstream module from that single source of truth.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7432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011680"/>
            <a:ext cx="54864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762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Storage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5420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Cloud-backed via Firestore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011680"/>
            <a:ext cx="27432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011680"/>
            <a:ext cx="54864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1762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Gen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5420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campaign plans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27432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337560"/>
            <a:ext cx="54864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02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Assets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8679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image generation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88377" y="2011680"/>
            <a:ext cx="27432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Shape 17"/>
          <p:cNvSpPr/>
          <p:nvPr/>
        </p:nvSpPr>
        <p:spPr>
          <a:xfrm>
            <a:off x="6188377" y="2011680"/>
            <a:ext cx="54864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1257" y="21762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Discovery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1257" y="25420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 + outreach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91840" y="3337560"/>
            <a:ext cx="27432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3337560"/>
            <a:ext cx="54864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502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74720" y="38679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ElevenLabs pipeline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3337560"/>
            <a:ext cx="27432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337560"/>
            <a:ext cx="54864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502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0" y="38679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via Firebase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B4C253-187B-9539-CD06-B390119157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333"/>
          <a:stretch>
            <a:fillRect/>
          </a:stretch>
        </p:blipFill>
        <p:spPr>
          <a:xfrm>
            <a:off x="608573" y="685800"/>
            <a:ext cx="7808868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868680"/>
          </a:xfrm>
          <a:prstGeom prst="rect">
            <a:avLst/>
          </a:prstGeom>
          <a:solidFill>
            <a:srgbClr val="F8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869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886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88696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and delete campaign ideas. Firestore-persisted with real-time sync. One idea becomes the global active context.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28800"/>
            <a:ext cx="54864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928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892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Generator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189280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a full campaign strategy from your active idea: goals, messaging, platform selection, and execution roadmap.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8412480" cy="868680"/>
          </a:xfrm>
          <a:prstGeom prst="rect">
            <a:avLst/>
          </a:prstGeom>
          <a:solidFill>
            <a:srgbClr val="F8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34640"/>
            <a:ext cx="54864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986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Area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289864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marketing copy, ad captions, and visual assets powered by Gemini — all aligned to the active campaign idea.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840480"/>
            <a:ext cx="54864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044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904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Finder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0" y="390448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discovers relevant creators. Auto-drafts personalized outreach messages based on your campaign tone.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011680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011680" cy="56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1783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SDK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50592" y="822960"/>
            <a:ext cx="201168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0592" y="822959"/>
            <a:ext cx="2011680" cy="566927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822960"/>
            <a:ext cx="2011680" cy="56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50592" y="1389888"/>
            <a:ext cx="1920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/node-fetch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microservices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26864" y="822960"/>
            <a:ext cx="201168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822960"/>
            <a:ext cx="2011680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822960"/>
            <a:ext cx="2011680" cy="56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Auth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64024" y="1389888"/>
            <a:ext cx="1783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(Google)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User-scoped queries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protection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03136" y="822960"/>
            <a:ext cx="201168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03136" y="822960"/>
            <a:ext cx="2011680" cy="56692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6803136" y="822959"/>
            <a:ext cx="2011680" cy="566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APIs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0296" y="1389888"/>
            <a:ext cx="1783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TTS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v3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schemas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37160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14500"/>
            <a:ext cx="612648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-45720" y="21488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Login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-45720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27048" y="137160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27048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212848" y="1714500"/>
            <a:ext cx="612648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21488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Idea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52728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Firestore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25496" y="137160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25496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11296" y="1714500"/>
            <a:ext cx="612648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51176" y="21488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Active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51176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23944" y="137160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23944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809744" y="1714500"/>
            <a:ext cx="612648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9624" y="21488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Module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9624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Creative / Influencer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22392" y="137160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22392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108192" y="1714500"/>
            <a:ext cx="612648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8072" y="21488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48072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backend call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137160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46520" y="21488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Output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Error-aware UI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share the same active idea → coherent outputs, no re-entry of campaign details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393192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59"/>
            <a:ext cx="3931920" cy="685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0803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API quota &amp; billing dependencies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backend services need coordinated startup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 beyond per-user isolation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11480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22960"/>
            <a:ext cx="4114800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22960"/>
            <a:ext cx="4114800" cy="68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workspaces with role-based access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analytics dashboard &amp; generation history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health checks + CI/CD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influencer discovery (Instagram, Pinterest)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production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143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BrandPulse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demonstrates that even at project scale, a cloud-backed, authentication-enabled platform with single-source campaign intelligence can dramatically improve workflow continuity and practical usability for early-stage founders and small teams.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475</Words>
  <Application>Microsoft Office PowerPoint</Application>
  <PresentationFormat>On-screen Show (16:9)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CampaignAI</dc:title>
  <dc:subject>PptxGenJS Presentation</dc:subject>
  <dc:creator>PptxGenJS</dc:creator>
  <cp:lastModifiedBy>Saish Dhuri</cp:lastModifiedBy>
  <cp:revision>11</cp:revision>
  <dcterms:created xsi:type="dcterms:W3CDTF">2026-04-20T14:49:27Z</dcterms:created>
  <dcterms:modified xsi:type="dcterms:W3CDTF">2026-04-21T06:32:56Z</dcterms:modified>
</cp:coreProperties>
</file>